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1645920"/>
            <a:ext cx="7616952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7616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A5FA"/>
                </a:solidFill>
              </a:rPr>
              <a:t>⚡ SemiCon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423160"/>
            <a:ext cx="7616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반도체 시황 인텔리전스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291840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시스템 아키텍처 &amp; 기술 구조 분석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4114800"/>
            <a:ext cx="1554480" cy="384048"/>
          </a:xfrm>
          <a:prstGeom prst="roundRect">
            <a:avLst>
              <a:gd name="adj" fmla="val 5000"/>
            </a:avLst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4114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RAG Q&amp;A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114800"/>
            <a:ext cx="1554480" cy="384048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4114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브리핑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114800"/>
            <a:ext cx="1554480" cy="384048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4114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지식 그래프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114800"/>
            <a:ext cx="1554480" cy="384048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4114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846320"/>
            <a:ext cx="7616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Next.js 15  ·  Supabase  ·  OpenAI  ·  D3.js  ·  FastAPI  ·  Ollama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목차 — 발표 순서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5156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0" cy="91440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5156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075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프로젝트 개요 &amp; 전체 아키텍처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148839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148839"/>
            <a:ext cx="64008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148839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048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기술 스택 &amp; 인프라 구조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24612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246120"/>
            <a:ext cx="64008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24612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021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페이지 &amp; 라우트 구조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34340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343400"/>
            <a:ext cx="640080" cy="91440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34340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994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RAG Q&amp;A 챗봇 시스템 상세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5440679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5440679"/>
            <a:ext cx="64008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440679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967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일일 브리핑 시스템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05156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1051560"/>
            <a:ext cx="64008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05156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3075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AI 에이전트 시황 채팅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148839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148839"/>
            <a:ext cx="64008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148839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4048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지식 그래프 &amp; 인사이트 시스템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24612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246120"/>
            <a:ext cx="64008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24612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5021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Supabase DB 구조 &amp; SQL 함수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343400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343400"/>
            <a:ext cx="64008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434340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5994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데이터 현황 &amp; 비용 구조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프로젝트 개요 &amp; 전체 아키텍처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프로젝트 개요 — SemiCon이란?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097280"/>
            <a:ext cx="5303520" cy="539496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🎯  미션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반도체 시황 정보의 파편화 문제를 해결한다.
뉴스 · 증권리포트 · 텔레그램 채널에 흩어진
정보를 하나의 플랫폼으로 통합하고,
AI가 즉각적인 시황 인사이트를 제공한다.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📊  주요 데이터 규모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069080"/>
            <a:ext cx="54864" cy="347472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뉴스 기사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0690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77DF7"/>
                </a:solidFill>
              </a:rPr>
              <a:t>~30,000건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572000"/>
            <a:ext cx="54864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증권 리포트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5720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7C3AED"/>
                </a:solidFill>
              </a:rPr>
              <a:t>~584건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074920"/>
            <a:ext cx="54864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텔레그램 메시지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074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D9488"/>
                </a:solidFill>
              </a:rPr>
              <a:t>~5,558건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577840"/>
            <a:ext cx="54864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지식 그래프 엔티티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5778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2,121개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1097280"/>
            <a:ext cx="6080760" cy="539496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234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B5FD"/>
                </a:solidFill>
              </a:rPr>
              <a:t>🚀  핵심 기능 6가지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1783080"/>
            <a:ext cx="5760720" cy="71323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18562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7DF7"/>
                </a:solidFill>
              </a:rPr>
              <a:t>📰 뉴스 &amp; 리포트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21488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최신 반도체 뉴스·증권리포트 통합 열람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2578608"/>
            <a:ext cx="5760720" cy="71323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7DF7"/>
                </a:solidFill>
              </a:rPr>
              <a:t>💬 RAG Q&amp;A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29443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자연어 질문 → AI 답변 + 출처 카드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3374136"/>
            <a:ext cx="5760720" cy="71323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3447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📊 일일 브리핑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373989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매일 최신 시황을 AI가 자동 요약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9320" y="4169663"/>
            <a:ext cx="5760720" cy="71323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42428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🕸️ 지식 그래프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354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엔티티 관계 D3.js 인터랙티브 시각화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89320" y="4965192"/>
            <a:ext cx="5760720" cy="71323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4768" y="5038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🔗 인사이트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53309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키워드·의미 유사도 교차 참조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5760720"/>
            <a:ext cx="5760720" cy="71323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5833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🤖 AI 에이전트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4768" y="61264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5개 에이전트가 실시간 시황 토론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전체 시스템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전체 시스템 아키텍처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👤  사용자 (브라우저)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234440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2344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브라우저 / 웹 클라이언트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🌐  Next.js 15 App (Vercel)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176272"/>
            <a:ext cx="11612880" cy="13716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2304288"/>
            <a:ext cx="11430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350008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</a:rPr>
              <a:t>/ 홈
브리핑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40" y="2304288"/>
            <a:ext cx="11430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2350008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</a:rPr>
              <a:t>/news
뉴스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2304288"/>
            <a:ext cx="11430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2350008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</a:rPr>
              <a:t>/reports
리포트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304288"/>
            <a:ext cx="11430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2350008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</a:rPr>
              <a:t>/ask
Q&amp;A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2304288"/>
            <a:ext cx="11430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2350008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</a:rPr>
              <a:t>/graph
지식그래프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2304288"/>
            <a:ext cx="11430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2350008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</a:rPr>
              <a:t>/insight
인사이트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2304288"/>
            <a:ext cx="11430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2350008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</a:rPr>
              <a:t>/agents
AI채팅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2304288"/>
            <a:ext cx="11430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2350008"/>
            <a:ext cx="1143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</a:rPr>
              <a:t>/board
게시판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703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⚙️  API Routes (Next.js)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3950208"/>
            <a:ext cx="11612880" cy="82296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11480" y="4069080"/>
            <a:ext cx="1554480" cy="62179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09651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2E8F0"/>
                </a:solidFill>
              </a:rPr>
              <a:t>/api/chat
RAG Q&amp;A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75688" y="4069080"/>
            <a:ext cx="1554480" cy="62179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75688" y="409651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2E8F0"/>
                </a:solidFill>
              </a:rPr>
              <a:t>/api/briefing
일일브리핑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39896" y="4069080"/>
            <a:ext cx="1554480" cy="62179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39896" y="409651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2E8F0"/>
                </a:solidFill>
              </a:rPr>
              <a:t>/api/graph/summary
AI요약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04104" y="4069080"/>
            <a:ext cx="1554480" cy="62179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04104" y="409651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2E8F0"/>
                </a:solidFill>
              </a:rPr>
              <a:t>/api/insight/similar
의미유사도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68312" y="4069080"/>
            <a:ext cx="1554480" cy="62179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68312" y="409651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2E8F0"/>
                </a:solidFill>
              </a:rPr>
              <a:t>/api/graph
그래프데이터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4069080"/>
            <a:ext cx="1554480" cy="62179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409651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2E8F0"/>
                </a:solidFill>
              </a:rPr>
              <a:t>/api/board
게시판CRUD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96728" y="4069080"/>
            <a:ext cx="1554480" cy="62179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96728" y="409651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2E8F0"/>
                </a:solidFill>
              </a:rPr>
              <a:t>/api/stocks
주가데이터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4892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🔌  외부 서비스 &amp; 데이터 소스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5138928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521208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</a:rPr>
              <a:t>🗄️ Supabase
PostgreSQL+pgvector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06040" y="5138928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06040" y="521208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</a:rPr>
              <a:t>🤖 OpenAI API
GPT-4o-mini + Embeddings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37760" y="5138928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760" y="521208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</a:rPr>
              <a:t>🦙 Ollama (로컬)
qwen2.5:7b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03720" y="5138928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3720" y="52120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</a:rPr>
              <a:t>🐍 FastAPI WS
agents_server.py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52560" y="5138928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2560" y="52120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</a:rPr>
              <a:t>⚡ Vercel CDN
엣지캐시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744200" y="5138928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44200" y="521208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</a:rPr>
              <a:t>📱 카카오 OAuth
소셜로그인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737360" y="1737360"/>
            <a:ext cx="0" cy="438912"/>
          </a:xfrm>
          <a:prstGeom prst="line">
            <a:avLst/>
          </a:prstGeom>
          <a:ln w="19050">
            <a:solidFill>
              <a:srgbClr val="377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080760" y="3547872"/>
            <a:ext cx="0" cy="402336"/>
          </a:xfrm>
          <a:prstGeom prst="line">
            <a:avLst/>
          </a:prstGeom>
          <a:ln w="19050">
            <a:solidFill>
              <a:srgbClr val="377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080760" y="4773168"/>
            <a:ext cx="0" cy="36576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기술 스택 &amp; 인프라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기술 스택 상세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051560"/>
            <a:ext cx="3794760" cy="260604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3794760" cy="384048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🖥️ 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0876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Next.js 15 (App Router)
TypeScript
Tailwind CSS v4
D3.js (지식 그래프)
React Hooks (useState, useEffect, useRef)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051560"/>
            <a:ext cx="3794760" cy="260604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51560"/>
            <a:ext cx="379476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1155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🗄️ 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150876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Supabase (PostgreSQL)
pgvector 확장 (벡터 검색)
HNSW 인덱스 (ANN 검색)
Row-Level Security
REST API + RPC 함수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051560"/>
            <a:ext cx="3794760" cy="260604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051560"/>
            <a:ext cx="37947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1155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🤖  AI /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50876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OpenAI text-embedding-3-small
  → 1536차원, 임베딩 생성
OpenAI gpt-4o-mini
  → 답변·분류·요약·브리핑
Ollama qwen2.5:7b (로컬 에이전트)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840479"/>
            <a:ext cx="3794760" cy="260604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840479"/>
            <a:ext cx="379476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90448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⚙️ 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297679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Next.js API Routes (서버리스)
Python FastAPI (WebSocket 서버)
NDJSON 스트리밍 응답
Promise.allSettled 병렬 검색
Vercel 엣지 캐시 (s-maxage=3600)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840479"/>
            <a:ext cx="3794760" cy="260604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3840479"/>
            <a:ext cx="379476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79" y="390448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🔐  Auth &amp; 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4297679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카카오 OAuth (Supabase provider)
@supabase/ssr (서버 세션)
Middleware (세션 갱신)
Vercel (Next.js 배포)
로컬 실행 (agents_server.py)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840479"/>
            <a:ext cx="3794760" cy="260604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3840479"/>
            <a:ext cx="3794760" cy="38404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90448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📦  개발 도구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297679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generate_embeddings.py
  → 임베딩 일괄 생성 스크립트
build_knowledge_graph.py
  → 지식 그래프 구축 스크립트
.env.local (환경변수 관리)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페이지 &amp; 라우트 구조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페이지 라우트 구조 (app/ 디렉토리)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05156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0515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app/ (루트)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1920240"/>
            <a:ext cx="1508760" cy="6858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956816"/>
            <a:ext cx="1508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7DF7"/>
                </a:solidFill>
              </a:rPr>
              <a:t>page.tsx
🏠 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7889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DailyBriefing
뉴스 목록 프리뷰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920240"/>
            <a:ext cx="1508760" cy="6858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956816"/>
            <a:ext cx="1508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77DF7"/>
                </a:solidFill>
              </a:rPr>
              <a:t>news/
📰 뉴스목록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889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공개
키워드 필터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1920240"/>
            <a:ext cx="1508760" cy="6858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956816"/>
            <a:ext cx="1508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C3AED"/>
                </a:solidFill>
              </a:rPr>
              <a:t>reports/
📋 증권리포트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공개
PDF 다운로드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1920240"/>
            <a:ext cx="1508760" cy="6858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1956816"/>
            <a:ext cx="1508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</a:rPr>
              <a:t>ask/
💬 RAG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7889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RAG 챗봇
AI 답변+출처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1920240"/>
            <a:ext cx="1508760" cy="6858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1956816"/>
            <a:ext cx="1508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9488"/>
                </a:solidFill>
              </a:rPr>
              <a:t>graph/
🕸️ 지식그래프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7889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D3.js 시각화
엔티티 탐색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920240"/>
            <a:ext cx="1508760" cy="6858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1956816"/>
            <a:ext cx="1508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9488"/>
                </a:solidFill>
              </a:rPr>
              <a:t>insight/
🔗 인사이트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7889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키워드/의미
교차 참조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07040" y="1920240"/>
            <a:ext cx="1508760" cy="6858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1956816"/>
            <a:ext cx="1508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</a:rPr>
              <a:t>agents/
🤖 AI채팅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27889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WebSocket
localhost:8765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" y="3429000"/>
            <a:ext cx="2286000" cy="6858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3465576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C3AED"/>
                </a:solidFill>
              </a:rPr>
              <a:t>report-analysis/
📝 리포트 Pick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Notion 스타일
HTML 리치 에디터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51760" y="3429000"/>
            <a:ext cx="2011680" cy="6858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3465576"/>
            <a:ext cx="20116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D9488"/>
                </a:solidFill>
              </a:rPr>
              <a:t>telegram/
📱 텔레그램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채널별 메시지
감성 분석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46320" y="3429000"/>
            <a:ext cx="1828800" cy="6858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465576"/>
            <a:ext cx="1828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board/
💬 게시판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CRUD
이미지 업로드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3429000"/>
            <a:ext cx="1828800" cy="6858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3465576"/>
            <a:ext cx="1828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payment/
💳 결제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현재 미사용
토스페이먼츠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0" y="3429000"/>
            <a:ext cx="2011680" cy="6858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9680" y="3465576"/>
            <a:ext cx="20116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9E0B"/>
                </a:solidFill>
              </a:rPr>
              <a:t>auth/callback
🔐 OAuth 콜백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카카오 OAuth
세션 생성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API Routes (app/api/)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" y="502920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6032" y="50474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77DF7"/>
                </a:solidFill>
              </a:rPr>
              <a:t>/chat/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" y="523951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RAG Q&amp;A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48840" y="502920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21992" y="50474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/briefing/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21992" y="523951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일일 브리핑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0" y="502920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87952" y="50474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C3AED"/>
                </a:solidFill>
              </a:rPr>
              <a:t>/graph/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87952" y="523951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그래프 데이터+요약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" y="557784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6032" y="5596127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D9488"/>
                </a:solidFill>
              </a:rPr>
              <a:t>/insight/similar/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" y="578815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의미 유사도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148840" y="557784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21992" y="5596127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</a:rPr>
              <a:t>/board/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21992" y="578815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게시판 CRUD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502920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91072" y="50474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C3AED"/>
                </a:solidFill>
              </a:rPr>
              <a:t>/report-pages/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91072" y="523951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리포트 Pick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83879" y="502920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57031" y="50474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/stocks/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57031" y="523951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주가 데이터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49840" y="502920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22992" y="50474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75569"/>
                </a:solidFill>
              </a:rPr>
              <a:t>/payment/confirm/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22992" y="523951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결제 승인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2115800" y="5029200"/>
            <a:ext cx="1828800" cy="4114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188952" y="50474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B981"/>
                </a:solidFill>
              </a:rPr>
              <a:t>/relative-performance/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88952" y="5239512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상대 수익률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RAG Q&amp;A 챗봇 시스템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RAG Q&amp;A 챗봇 — 처리 파이프라인 (/ask + /api/chat)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188720"/>
            <a:ext cx="1737360" cy="10515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2801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475569"/>
                </a:solidFill>
              </a:rPr>
              <a:t>①
사용자 질문 입력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188720"/>
            <a:ext cx="1828800" cy="10515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280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</a:rPr>
              <a:t>②
gpt-4o-mini
질문 분류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88720"/>
            <a:ext cx="1828800" cy="10515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280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77DF7"/>
                </a:solidFill>
              </a:rPr>
              <a:t>③
text-embedding
-3-small
임베딩 생성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88720"/>
            <a:ext cx="1828800" cy="10515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80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9488"/>
                </a:solidFill>
              </a:rPr>
              <a:t>④
Supabase
pgvector 검색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188720"/>
            <a:ext cx="1828800" cy="10515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280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</a:rPr>
              <a:t>⑤
gpt-4o-mini
답변 생성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52760" y="1188720"/>
            <a:ext cx="1325880" cy="10515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52760" y="128016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7C3AED"/>
                </a:solidFill>
              </a:rPr>
              <a:t>⑥
NDJSON
스트리밍
출력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65960" y="1709928"/>
            <a:ext cx="274319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69080" y="1709928"/>
            <a:ext cx="2743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72200" y="1709928"/>
            <a:ext cx="2743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75320" y="1709928"/>
            <a:ext cx="2743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78440" y="1709928"/>
            <a:ext cx="2743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103120" y="23317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9E0B"/>
                </a:solidFill>
              </a:rPr>
              <a:t>← Promise.all() 병렬 실행 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2212848"/>
            <a:ext cx="4206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28600" y="2423160"/>
            <a:ext cx="5989320" cy="16459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48716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🔀  검색 전략 분기 (isRecentQuery 결과)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2816352"/>
            <a:ext cx="2743200" cy="11430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8529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77DF7"/>
                </a:solidFill>
              </a:rPr>
              <a:t>📅  "recent" 분류
최신 14일 검색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246120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match_news_recent
match_reports_recent
match_telegrams_recent
since_days=14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2816352"/>
            <a:ext cx="2743200" cy="11430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28529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</a:rPr>
              <a:t>🔍  "general" 분류
전체 시맨틱 검색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3246120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match_news
match_reports
match_telegrams
(HNSW 전체 탐색)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423160"/>
            <a:ext cx="5715000" cy="16459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24871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📤  NDJSON 스트리밍 출력 형식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834640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{"type":"sources","news":[...],"reports":[...],"telegrams":[...],"isRecent":true}
{"type":"text","data":"AI 답변 첫 번째 청크..."}
{"type":"text","data":"...이어지는 텍스트..."}
{"type":"error","message":"오류 메시지 (선택적)"}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" y="4206240"/>
            <a:ext cx="11704320" cy="242316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279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⚡  핵심 설계 원칙 &amp; 트러블슈팅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663440"/>
            <a:ext cx="457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663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</a:rPr>
              <a:t>임베딩 비대칭 문제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9194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짧은 질문과 긴 문서 임베딩의 코사인 유사도가 낮음 → threshold 필터 완전 제거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663440"/>
            <a:ext cx="457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4663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</a:rPr>
              <a:t>HNSW 인덱스 활용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9194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WHERE similarity &gt; 0.3 추가 시 seq scan으로 fallback → 30k 행 풀스캔 타임아웃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468112"/>
            <a:ext cx="457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4681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recent 모드 전략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7241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news_date_idx(B-tree) → 최근 200건 추출 → 그 안에서 유사도 정렬 (2단계)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5468112"/>
            <a:ext cx="457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54681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Promise.allSettled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7241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뉴스/리포트/텔레그램 검색 병렬 실행, 일부 실패해도 나머지 결과로 답변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RAG — Supabase SQL 함수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005840"/>
            <a:ext cx="5577840" cy="283464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🔍  일반 검색 함수 (전체 시맨틱)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444752"/>
            <a:ext cx="5394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-- match_news / match_reports / match_telegrams
-- HNSW 인덱스 활용 (threshold 없음)
SELECT id, title, company, date::text,
       summary, keyword, link,
       1 - (embedding &lt;=&gt; query_embedding) AS similarity
FROM news
WHERE embedding IS NOT NULL
ORDER BY embedding &lt;=&gt; query_embedding
LIMIT match_count;
-- ✅ HNSW ivfflat → 빠른 ANN 검색
-- ✅ threshold 없음 → 임베딩 비대칭 문제 회피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005840"/>
            <a:ext cx="5852160" cy="283464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789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📅  최근 14일 검색 함수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44752"/>
            <a:ext cx="56692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-- match_news_recent (since_days=14)
-- 2단계 전략: 날짜 → 유사도
SELECT id, title, company, date::text,
       summary, keyword, link, similarity
FROM (
  SELECT n.*,
    1-(n.embedding &lt;=&gt; query_embedding) AS similarity
  FROM news n
  WHERE n.embedding IS NOT NULL
    AND n.date &gt;= CURRENT_DATE
                 - (since_days||' days')::interval
  ORDER BY n.date DESC
  LIMIT 200          -- 날짜 인덱스로 빠르게 추출
) recent_sample
ORDER BY similarity DESC
LIMIT match_count;   -- 유사도 상위 N건 반환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4005072"/>
            <a:ext cx="5577840" cy="2606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0965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🗂️  DB 인덱스 구조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572000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36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</a:rPr>
              <a:t>HNSW 인덱스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news.embedding, stock_reports.embedding, telegram_messages.embedding
ANN 검색 (Approximate Nearest Neighbor) 가속화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577840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41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news_date_idx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CREATE INDEX ON news(date DESC)
recent 모드에서 30k행 풀스캔 타임아웃 방지 (B-tree)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4005072"/>
            <a:ext cx="5852160" cy="2606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0965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</a:rPr>
              <a:t>🧠  질문 분류기 (isRecentQuery)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462272"/>
            <a:ext cx="566928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// gpt-4o-mini로 질문 분류 (max_tokens=5)
// 비용: ~$0.0001 per query
system: "최신 시황/동향/가격/실적 등
        '지금 현재' 정보가 중요하면 recent,
        기술 설명·역사·개념 등 시간에
        덜 민감하면 general로만 답해."
예시:
  "HBM 시장 현황은?" → recent (14일 검색)
  "HBM 기술 구조는?" → general (전체 검색)
  "삼성전자 최근 실적?" → recent
  "낸드 플래시 동작 원리?" → general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일일 브리핑 시스템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일일 브리핑 — 데이터 흐름 &amp; 캐싱 전략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005840"/>
            <a:ext cx="11704320" cy="22860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📥  데이터 수집 (병렬, Promise.all)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44752"/>
            <a:ext cx="3749039" cy="171907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7DF7"/>
                </a:solidFill>
              </a:rPr>
              <a:t>📰 뉴스 (10건)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5661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importance=eq.3
order=date.desc
limit=10
→ 중요도 최상위 최신 뉴스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44752"/>
            <a:ext cx="3749039" cy="171907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48132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📋 증권리포트 (5건)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828800"/>
            <a:ext cx="35661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order=date.desc
limit=5
summary 필드 사용
→ 최신 리포트 summary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444752"/>
            <a:ext cx="3749039" cy="171907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48132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</a:rPr>
              <a:t>📱 텔레그램 (10건)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1828800"/>
            <a:ext cx="35661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order=date_utc.desc
,forward_count.desc
limit=10
→ 최신+바이럴 메시지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3429000"/>
            <a:ext cx="5029200" cy="2057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52044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⚡  gpt-4o-mini 브리핑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886200"/>
            <a:ext cx="47548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출력 형식:
  📌 핵심 요약 (2~3문장)
  📈 주목 이슈 (3가지, 각 1~2문장)
  🔍 주목 키워드 (5~8개)
설정: max_tokens=500, temperature=0.3
비용: ~$0.003 per briefing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3429000"/>
            <a:ext cx="3383280" cy="2057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35204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🚀  Vercel 엣지 캐시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886200"/>
            <a:ext cx="32004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Cache-Control:
  public, s-maxage=3600,
  stale-while-revalidate=7200
→ CDN에서 1시간 캐시
→ 대부분 요청: DB 접근 없음
→ 비용 최소화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3429000"/>
            <a:ext cx="2926080" cy="2057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520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</a:rPr>
              <a:t>🔄  수동 새로고침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886200"/>
            <a:ext cx="27432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캐시 우회 전략:
URL: /api/briefing
     ?t=${Date.now()}
fetch 옵션:
  { cache: "no-store" }
→ CDN 캐시 완전 무효화
→ 즉시 새 브리핑 생성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5577840"/>
            <a:ext cx="11704320" cy="109728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6509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🖥️  DailyBriefing 컴포넌트 (components/DailyBriefing.tsx)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00760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상태: loading / briefing / date / error / refreshing  ·  초기 로드 후 1시간 캐시 응답  ·  새로고침 버튼으로 즉시 재생성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AI 에이전트 시황 채팅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AI 에이전트 시황 채팅 — agents_server.py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00584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🐍  FastAPI WebSocket 서버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포트: 8765
모델: Ollama qwen2.5:7b
실행: python agents_server.py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005840"/>
            <a:ext cx="3840480" cy="13716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07899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🌐  연결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417320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브라우저 → ws://localhost:8765/ws
Vercel 배포 불가 → 로컬 직접 실행
시작 스크립트: .\start_agents.ps1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005840"/>
            <a:ext cx="3840480" cy="13716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07899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📊  데이터 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417320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시작 시: 뉴스 30, 텔레그램 30
         리포트 20, 분석 12건
30틱(~5분)마다 자동 갱신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2542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🤖  에이전트 5개 — 각기 다른 관점으로 토론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2926080"/>
            <a:ext cx="2212848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926080"/>
            <a:ext cx="2212848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2926080"/>
            <a:ext cx="2212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🐂 강세론자
bull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소스: news,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6393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낙관적 시장 뷰
상승 근거 중심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87752" y="2926080"/>
            <a:ext cx="2212848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87752" y="2926080"/>
            <a:ext cx="2212848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87752" y="2926080"/>
            <a:ext cx="2212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🐻 약세론자
bear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9192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소스: telegram,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9192" y="36393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비관적 시장 뷰
리스크 강조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46904" y="2926080"/>
            <a:ext cx="2212848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46904" y="2926080"/>
            <a:ext cx="2212848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46904" y="2926080"/>
            <a:ext cx="2212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⚠️ 리스크
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8344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소스: telegram, news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8344" y="36393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위험 요인 탐색
불확실성 분석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06056" y="2926080"/>
            <a:ext cx="2212848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06056" y="2926080"/>
            <a:ext cx="2212848" cy="36576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06056" y="2926080"/>
            <a:ext cx="2212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📊 애널리스트
analyst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7496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소스: reports,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7496" y="36393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데이터 기반 분석
객관적 수치 인용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65208" y="2926080"/>
            <a:ext cx="2212848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65208" y="2926080"/>
            <a:ext cx="2212848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65208" y="2926080"/>
            <a:ext cx="2212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🌍 매크로
macro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56648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소스: news,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8" y="36393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거시경제 관점
글로벌 이슈 연결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" y="4892040"/>
            <a:ext cx="11704320" cy="178308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9651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⚙️  대화 구동 로직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" y="5376672"/>
            <a:ext cx="457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3218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순환 발언: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5504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에이전트 5개가 순서대로 Ollama로 메시지 생성 → WebSocket broadcast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87952" y="5376672"/>
            <a:ext cx="457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0" y="53218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대화 환기: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7680" y="55504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15~20틱마다 '현재 시황이 어떻지?' 자동 주입 → 대화 방향 유지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28432" y="5376672"/>
            <a:ext cx="457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8160" y="53218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버스트 모드: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55504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논쟁적 발언 감지 시 1명 추가 반응 → 더 활발한 토론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" y="5852159"/>
            <a:ext cx="457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7972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한국어 보장: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02589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CJK 문자 감지 시 1회 재시도 후 건너뜀 (has_cjk() 정규식)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87952" y="5852159"/>
            <a:ext cx="457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7680" y="57972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타임아웃: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97680" y="602589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Ollama 요청 35초, num_predict: 200으로 응답 길이 제한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지식 그래프 &amp; 인사이트 시스템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지식 그래프 &amp; 인사이트 — 엔티티 관계 탐색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005840"/>
            <a:ext cx="7223760" cy="562356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</a:rPr>
              <a:t>🕸️  지식 그래프 (/graph) — D3.js Force-Directed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노드 타입 (엔티티 2,121개):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783080"/>
            <a:ext cx="822960" cy="347472"/>
          </a:xfrm>
          <a:prstGeom prst="roundRect">
            <a:avLst>
              <a:gd name="adj" fmla="val 5000"/>
            </a:avLst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기업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19656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삼성전자, SK하이닉스, 엔비디아...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258568"/>
            <a:ext cx="822960" cy="34747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585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제품/기술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295144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HBM, NAND, CXL, LPDDR...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734056"/>
            <a:ext cx="822960" cy="347472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73405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지표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ASP, 영업이익, 점유율...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209544"/>
            <a:ext cx="822960" cy="347472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20954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이벤트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461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실적발표, 공급계약, 규제...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85032"/>
            <a:ext cx="822960" cy="347472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68503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섹터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72160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메모리, 파운드리, 장비...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206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인터랙션: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50799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줌 / 드래그 / 노드 클릭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91032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타입 필터 &amp; 최소 관계 강도 슬라이더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31266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엔티티 검색 (이름으로 필터)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1500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클릭 시 최신 뉴스·리포트·텔레그램 표시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11733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AI 시황 요약 스트리밍 (graph/summary API)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949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노드 크기 = 멘션 수  ·  엣지 두께 = 관계 강도 (공동 출현 횟수)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1005840"/>
            <a:ext cx="4251960" cy="562356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10789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🔗  인사이트 (/insight)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1508760"/>
            <a:ext cx="3977639" cy="17830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16002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키워드 매칭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1947672"/>
            <a:ext cx="36576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공통 키워드 수로 관련도 계산
news(keyword), reports(keyword),
telegram(keywords)
→ 정확하지만 표기 불일치 시 누락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3474720"/>
            <a:ext cx="3977639" cy="17830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35661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의미 유사도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3913631"/>
            <a:ext cx="36576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pgvector 코사인 유사도
threshold=0.1 (비대칭 임베딩 고려)
교차 타입 검색 가능
→ 표기 달라도 의미 연결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54589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데이터 구조: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5760720"/>
            <a:ext cx="39776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entities: 2,121개 (노드)
entity_mentions: 47,609건 (문서↔엔티티)
entity_relations: 9,537건 (엔티티↔엔티티)
구축: build_knowledge_graph.py
  → gpt-4o-mini, 최근 6개월 데이터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Supabase DB 구조 &amp; SQL 함수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Supabase DB 테이블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005840"/>
            <a:ext cx="3794760" cy="278892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3794760" cy="384048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698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097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뉴스 기사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63040"/>
            <a:ext cx="356616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id (int, PK)
title (text)
company (text)
date (date)
summary (text)
keyword (text)
link (text)
importance (int) — 1~3
embedding (vector 1536)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005840"/>
            <a:ext cx="3794760" cy="278892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005840"/>
            <a:ext cx="379476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0698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stock_reports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097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증권사 리포트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1463040"/>
            <a:ext cx="356616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id (int, PK)
title (text)
securities_firm (text)
date (date)
summary (text)  ← 주의
keyword (text)
link (text)
embedding (vector 1536)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005840"/>
            <a:ext cx="3794760" cy="278892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005840"/>
            <a:ext cx="379476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0698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telegram_messages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80" y="1097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텔레그램 메시지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463040"/>
            <a:ext cx="356616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id (int, PK)
channel (text)
summary (text)
date_utc (timestamptz)
sentiment (text)
keywords (text)
forward_count (int)
embedding (vector 1536)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3931920"/>
            <a:ext cx="3794760" cy="278892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931920"/>
            <a:ext cx="37947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9959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entities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023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지식 그래프 노드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389120"/>
            <a:ext cx="356616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id (int, PK)
name (text)
type (text)
  company/product/metric/
  event/sector
mention_count (int)
description (text)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3931920"/>
            <a:ext cx="3794760" cy="278892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3931920"/>
            <a:ext cx="379476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79" y="39959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entity_mentions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23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문서↔엔티티 연결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79" y="4389120"/>
            <a:ext cx="356616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id (int, PK)
entity_id (int, FK→entities)
source_type (text)
  news/report/telegram
source_id (int)
date (date)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3931920"/>
            <a:ext cx="3794760" cy="278892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3931920"/>
            <a:ext cx="379476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39959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entity_relations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4023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엔티티↔엔티티 관계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4389120"/>
            <a:ext cx="356616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id (int, PK)
entity1_id (int, FK→entities)
entity2_id (int, FK→entities)
weight (int) — 공동출현 횟수
relation_type (text)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Supabase SQL 함수 목록 &amp; 인덱스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058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🔧  RPC 함수 목록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371600"/>
            <a:ext cx="11704320" cy="62179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54864" cy="621792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7DF7"/>
                </a:solidFill>
              </a:rPr>
              <a:t>match_news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190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전체 뉴스 시맨틱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536192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HNSW ORDER BY embedding &lt;=&gt; query LIMIT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2066543"/>
            <a:ext cx="11704320" cy="62179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066543"/>
            <a:ext cx="54864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12263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match_reports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1401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전체 리포트 시맨틱 검색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231136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HNSW ORDER BY embedding &lt;=&gt; query LIMIT 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2761488"/>
            <a:ext cx="11704320" cy="62179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761488"/>
            <a:ext cx="54864" cy="6217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8072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</a:rPr>
              <a:t>match_telegrams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1089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전체 텔레그램 시맨틱 검색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926080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HNSW ORDER BY embedding &lt;=&gt; query LIMIT 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" y="3456432"/>
            <a:ext cx="11704320" cy="62179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456432"/>
            <a:ext cx="54864" cy="621792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5021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7DF7"/>
                </a:solidFill>
              </a:rPr>
              <a:t>match_news_recent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80390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최근 14일 뉴스 검색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621024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날짜 인덱스로 200건 → 유사도 정렬 LIMIT 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" y="4151376"/>
            <a:ext cx="11704320" cy="62179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4151376"/>
            <a:ext cx="54864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1970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match_reports_recent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4988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최근 14일 리포트 검색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315968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날짜 필터 200건 → 유사도 정렬 LIMIT 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" y="4846320"/>
            <a:ext cx="11704320" cy="62179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846320"/>
            <a:ext cx="54864" cy="6217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8920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</a:rPr>
              <a:t>match_telegrams_recent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1937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최근 14일 텔레그램 검색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5010912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날짜 필터 200건 → 유사도 정렬 LIMIT 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" y="5541264"/>
            <a:ext cx="11704320" cy="62179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5541264"/>
            <a:ext cx="54864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5869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get_entity_docs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88873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엔티티별 최신 문서 조회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705856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날짜 DESC 정렬, 뉴스/리포트/텔레그램 각 최신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🗂️  DB 인덱스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" y="6629400"/>
            <a:ext cx="5715000" cy="73152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66751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news_date_idx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69494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타입: B-tree  |  대상: news(date DESC)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7205472"/>
            <a:ext cx="5394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recent 모드 30k행 풀스캔 방지, 최근 200건 추출에 사용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6629400"/>
            <a:ext cx="5715000" cy="73152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66751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HNSW 인덱스 ×3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69494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타입: HNSW (pgvector)  |  대상: *.embedding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7205472"/>
            <a:ext cx="5394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</a:rPr>
              <a:t>ANN 검색 가속, WHERE threshold 필터 추가 시 비활성화 주의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데이터 현황 &amp; 비용 구조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데이터 현황 &amp; 운영 비용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005840"/>
            <a:ext cx="7132320" cy="384048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📊  데이터 현황 (2026-05-25 기준)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7132320" cy="34747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소스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463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테이블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463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건수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463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임베딩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810512"/>
            <a:ext cx="7132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810512"/>
            <a:ext cx="45720" cy="347472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84708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뉴스 기사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18470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news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847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77DF7"/>
                </a:solidFill>
              </a:rPr>
              <a:t>~30,000건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8470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</a:rPr>
              <a:t>✅ 1536dim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176272"/>
            <a:ext cx="71323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2176272"/>
            <a:ext cx="4572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2128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증권 리포트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221284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stock_reports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2128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~584건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212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</a:rPr>
              <a:t>✅ 1536dim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542032"/>
            <a:ext cx="7132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2542032"/>
            <a:ext cx="457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5786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텔레그램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257860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telegram_messages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25786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9488"/>
                </a:solidFill>
              </a:rPr>
              <a:t>~5,558건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</a:rPr>
              <a:t>✅ 1536dim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907792"/>
            <a:ext cx="71323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2907792"/>
            <a:ext cx="457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94436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지식 그래프 엔티티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29443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entities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2944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2,121개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2944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273552"/>
            <a:ext cx="7132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3273552"/>
            <a:ext cx="457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31012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엔티티 멘션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331012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entity_mentions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33101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47,609건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3310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3639312"/>
            <a:ext cx="71323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8600" y="3639312"/>
            <a:ext cx="4572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675887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엔티티 관계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5920" y="3675887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entity_relations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367588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9,537건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367588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4005072"/>
            <a:ext cx="7132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8600" y="4005072"/>
            <a:ext cx="4572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0416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리포트 Pick 페이지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" y="404164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report_pages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40416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운영 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4041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4370832"/>
            <a:ext cx="71323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8600" y="4370832"/>
            <a:ext cx="45720" cy="3474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44074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게시판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45920" y="440740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board_posts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0" y="44074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운영 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80" y="4407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89520" y="1005840"/>
            <a:ext cx="4343400" cy="384048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26679" y="107899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💰  운영 비용 구조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26679" y="1463040"/>
            <a:ext cx="4069080" cy="5486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18120" y="149961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77DF7"/>
                </a:solidFill>
              </a:rPr>
              <a:t>Vercel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6840" y="149961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무료 플랜 (Hobby)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81360" y="15910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75569"/>
                </a:solidFill>
              </a:rPr>
              <a:t>서버리스 함수 + CDN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726679" y="2103120"/>
            <a:ext cx="4069080" cy="5486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18120" y="213969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9488"/>
                </a:solidFill>
              </a:rPr>
              <a:t>Supabase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06840" y="213969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Free tier
→ 500MB DB, 1GB 파일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60" y="223113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75569"/>
                </a:solidFill>
              </a:rPr>
              <a:t>PostgreSQL + pgvector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726679" y="2743200"/>
            <a:ext cx="4069080" cy="5486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818120" y="277977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OpenAI
임베딩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06840" y="277977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~$0.0001 / 1K tokens
초기 구축 시 일회성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81360" y="28712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75569"/>
                </a:solidFill>
              </a:rPr>
              <a:t>text-embedding-3-small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726679" y="3383279"/>
            <a:ext cx="4069080" cy="5486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18120" y="341985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OpenAI
답변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06840" y="341985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~$0.003 / Q&amp;A 1회
~$0.003 / 브리핑 1회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881360" y="35112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75569"/>
                </a:solidFill>
              </a:rPr>
              <a:t>gpt-4o-mini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726679" y="4023360"/>
            <a:ext cx="4069080" cy="5486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18120" y="405993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Ollama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06840" y="405993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로컬 실행 → 무료
(GPU 없이도 동작)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81360" y="4151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475569"/>
                </a:solidFill>
              </a:rPr>
              <a:t>qwen2.5:7b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28600" y="4983480"/>
            <a:ext cx="11704320" cy="16916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505663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🔑  환경변수 (.env.local)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5760" y="54132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A5FA"/>
                </a:solidFill>
              </a:rPr>
              <a:t>NEXT_PUBLIC_SUPABASE_URL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" y="561441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  Supabase 프로젝트 URL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24528" y="54132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A5FA"/>
                </a:solidFill>
              </a:rPr>
              <a:t>NEXT_PUBLIC_SUPABASE_ANON_KEY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24528" y="561441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  Supabase 공개 키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83296" y="54132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A5FA"/>
                </a:solidFill>
              </a:rPr>
              <a:t>OPENAI_API_KEY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83296" y="561441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  GPT-4o-mini + 임베딩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5760" y="58247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A5FA"/>
                </a:solidFill>
              </a:rPr>
              <a:t>NEXT_PUBLIC_KAKAO_CLIENT_ID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5760" y="602589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  카카오 OAuth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24528" y="58247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A5FA"/>
                </a:solidFill>
              </a:rPr>
              <a:t>NEXT_PUBLIC_ADMIN_EMAIL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24528" y="602589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  어드민 이메일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83296" y="58247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A5FA"/>
                </a:solidFill>
              </a:rPr>
              <a:t>NEXT_PUBLIC_TOSS_CLIENT_KEY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83296" y="602589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  토스페이먼츠 (미사용)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시스템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3749039" cy="201168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49039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🗄️  데이터 통합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3392"/>
            <a:ext cx="34747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뉴스 30K + 리포트 584 + 텔레그램 5.5K
pgvector 1536dim 임베딩 저장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749039" cy="201168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749039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36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🤖  AI 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93392"/>
            <a:ext cx="34747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gpt-4o-mini: Q&amp;A · 브리핑 · 엔티티 분류 · 요약
Ollama qwen2.5:7b: 실시간 에이전트 토론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749039" cy="201168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749039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36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⚡  성능 최적화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993392"/>
            <a:ext cx="34747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HNSW 인덱스 (ANN) + news_date_idx (B-tree)
recent 모드 타임아웃 없이 14일 검색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657600"/>
            <a:ext cx="3749039" cy="201168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377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3749039" cy="73152"/>
          </a:xfrm>
          <a:prstGeom prst="rect">
            <a:avLst/>
          </a:prstGeom>
          <a:solidFill>
            <a:srgbClr val="377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2219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7DF7"/>
                </a:solidFill>
              </a:rPr>
              <a:t>🌐  배포 구조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79392"/>
            <a:ext cx="34747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Next.js → Vercel (서버리스)
agents_server.py → 사용자 로컬 실행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657600"/>
            <a:ext cx="3749039" cy="201168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657600"/>
            <a:ext cx="3749039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82219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📊  핵심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279392"/>
            <a:ext cx="34747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RAG Q&amp;A · 일일 브리핑 · 지식 그래프
인사이트 교차 참조 · AI 에이전트 채팅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657600"/>
            <a:ext cx="3749039" cy="201168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3749039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82219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💡  설계 원칙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279392"/>
            <a:ext cx="34747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임베딩 비대칭 → threshold 제거
Promise.allSettled → 부분 실패 허용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next.js 15  ·  Supabase pgvector  ·  OpenAI  ·  D3.js  ·  FastAPI  ·  Ollama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